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FDAE68-EABB-4B82-9E18-F766744B648C}" v="2" dt="2026-07-11T07:11:48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jjuru Nanda Kishore Nikhith" userId="c8a27e5a528ccbeb" providerId="LiveId" clId="{F37A32FE-E8DC-4F1D-B1F0-199B46E136BC}"/>
    <pc:docChg chg="undo custSel delSld modSld">
      <pc:chgData name="Gujjuru Nanda Kishore Nikhith" userId="c8a27e5a528ccbeb" providerId="LiveId" clId="{F37A32FE-E8DC-4F1D-B1F0-199B46E136BC}" dt="2026-07-11T07:14:34.309" v="117" actId="113"/>
      <pc:docMkLst>
        <pc:docMk/>
      </pc:docMkLst>
      <pc:sldChg chg="modSp mod">
        <pc:chgData name="Gujjuru Nanda Kishore Nikhith" userId="c8a27e5a528ccbeb" providerId="LiveId" clId="{F37A32FE-E8DC-4F1D-B1F0-199B46E136BC}" dt="2026-07-11T06:42:40.988" v="76" actId="20577"/>
        <pc:sldMkLst>
          <pc:docMk/>
          <pc:sldMk cId="0" sldId="256"/>
        </pc:sldMkLst>
        <pc:spChg chg="mod">
          <ac:chgData name="Gujjuru Nanda Kishore Nikhith" userId="c8a27e5a528ccbeb" providerId="LiveId" clId="{F37A32FE-E8DC-4F1D-B1F0-199B46E136BC}" dt="2026-07-11T06:42:40.988" v="76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Gujjuru Nanda Kishore Nikhith" userId="c8a27e5a528ccbeb" providerId="LiveId" clId="{F37A32FE-E8DC-4F1D-B1F0-199B46E136BC}" dt="2026-07-11T07:14:34.309" v="117" actId="113"/>
        <pc:sldMkLst>
          <pc:docMk/>
          <pc:sldMk cId="0" sldId="257"/>
        </pc:sldMkLst>
        <pc:spChg chg="mod">
          <ac:chgData name="Gujjuru Nanda Kishore Nikhith" userId="c8a27e5a528ccbeb" providerId="LiveId" clId="{F37A32FE-E8DC-4F1D-B1F0-199B46E136BC}" dt="2026-07-11T07:14:34.309" v="117" actId="11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Gujjuru Nanda Kishore Nikhith" userId="c8a27e5a528ccbeb" providerId="LiveId" clId="{F37A32FE-E8DC-4F1D-B1F0-199B46E136BC}" dt="2026-07-11T06:32:46.350" v="20" actId="113"/>
        <pc:sldMkLst>
          <pc:docMk/>
          <pc:sldMk cId="0" sldId="258"/>
        </pc:sldMkLst>
        <pc:spChg chg="mod">
          <ac:chgData name="Gujjuru Nanda Kishore Nikhith" userId="c8a27e5a528ccbeb" providerId="LiveId" clId="{F37A32FE-E8DC-4F1D-B1F0-199B46E136BC}" dt="2026-07-11T06:32:46.350" v="20" actId="11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Gujjuru Nanda Kishore Nikhith" userId="c8a27e5a528ccbeb" providerId="LiveId" clId="{F37A32FE-E8DC-4F1D-B1F0-199B46E136BC}" dt="2026-07-11T06:41:23.955" v="74" actId="20577"/>
        <pc:sldMkLst>
          <pc:docMk/>
          <pc:sldMk cId="0" sldId="259"/>
        </pc:sldMkLst>
        <pc:spChg chg="mod">
          <ac:chgData name="Gujjuru Nanda Kishore Nikhith" userId="c8a27e5a528ccbeb" providerId="LiveId" clId="{F37A32FE-E8DC-4F1D-B1F0-199B46E136BC}" dt="2026-07-11T06:41:23.955" v="74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del mod">
        <pc:chgData name="Gujjuru Nanda Kishore Nikhith" userId="c8a27e5a528ccbeb" providerId="LiveId" clId="{F37A32FE-E8DC-4F1D-B1F0-199B46E136BC}" dt="2026-07-11T06:41:10.587" v="64" actId="2696"/>
        <pc:sldMkLst>
          <pc:docMk/>
          <pc:sldMk cId="0" sldId="260"/>
        </pc:sldMkLst>
        <pc:spChg chg="mod">
          <ac:chgData name="Gujjuru Nanda Kishore Nikhith" userId="c8a27e5a528ccbeb" providerId="LiveId" clId="{F37A32FE-E8DC-4F1D-B1F0-199B46E136BC}" dt="2026-07-11T06:41:03.319" v="63" actId="579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Gujjuru Nanda Kishore Nikhith" userId="c8a27e5a528ccbeb" providerId="LiveId" clId="{F37A32FE-E8DC-4F1D-B1F0-199B46E136BC}" dt="2026-07-11T06:43:20.778" v="80" actId="113"/>
        <pc:sldMkLst>
          <pc:docMk/>
          <pc:sldMk cId="0" sldId="261"/>
        </pc:sldMkLst>
        <pc:spChg chg="mod">
          <ac:chgData name="Gujjuru Nanda Kishore Nikhith" userId="c8a27e5a528ccbeb" providerId="LiveId" clId="{F37A32FE-E8DC-4F1D-B1F0-199B46E136BC}" dt="2026-07-11T06:43:20.778" v="80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Gujjuru Nanda Kishore Nikhith" userId="c8a27e5a528ccbeb" providerId="LiveId" clId="{F37A32FE-E8DC-4F1D-B1F0-199B46E136BC}" dt="2026-07-11T07:12:06.497" v="116" actId="20577"/>
        <pc:sldMkLst>
          <pc:docMk/>
          <pc:sldMk cId="0" sldId="262"/>
        </pc:sldMkLst>
        <pc:spChg chg="mod">
          <ac:chgData name="Gujjuru Nanda Kishore Nikhith" userId="c8a27e5a528ccbeb" providerId="LiveId" clId="{F37A32FE-E8DC-4F1D-B1F0-199B46E136BC}" dt="2026-07-11T07:12:06.497" v="116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Gujjuru Nanda Kishore Nikhith" userId="c8a27e5a528ccbeb" providerId="LiveId" clId="{F37A32FE-E8DC-4F1D-B1F0-199B46E136BC}" dt="2026-07-11T07:06:18.142" v="103" actId="20577"/>
        <pc:sldMkLst>
          <pc:docMk/>
          <pc:sldMk cId="0" sldId="263"/>
        </pc:sldMkLst>
        <pc:spChg chg="mod">
          <ac:chgData name="Gujjuru Nanda Kishore Nikhith" userId="c8a27e5a528ccbeb" providerId="LiveId" clId="{F37A32FE-E8DC-4F1D-B1F0-199B46E136BC}" dt="2026-07-11T07:06:18.142" v="103" actId="20577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Gujjuru Nanda Kishore Nikhith" userId="c8a27e5a528ccbeb" providerId="LiveId" clId="{F37A32FE-E8DC-4F1D-B1F0-199B46E136BC}" dt="2026-07-11T07:04:26.021" v="81" actId="2696"/>
        <pc:sldMkLst>
          <pc:docMk/>
          <pc:sldMk cId="0" sldId="265"/>
        </pc:sldMkLst>
      </pc:sldChg>
      <pc:sldChg chg="modSp mod">
        <pc:chgData name="Gujjuru Nanda Kishore Nikhith" userId="c8a27e5a528ccbeb" providerId="LiveId" clId="{F37A32FE-E8DC-4F1D-B1F0-199B46E136BC}" dt="2026-07-11T07:04:41.070" v="85" actId="20577"/>
        <pc:sldMkLst>
          <pc:docMk/>
          <pc:sldMk cId="0" sldId="267"/>
        </pc:sldMkLst>
        <pc:spChg chg="mod">
          <ac:chgData name="Gujjuru Nanda Kishore Nikhith" userId="c8a27e5a528ccbeb" providerId="LiveId" clId="{F37A32FE-E8DC-4F1D-B1F0-199B46E136BC}" dt="2026-07-11T07:04:41.070" v="85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Gujjuru Nanda Kishore Nikhith" userId="c8a27e5a528ccbeb" providerId="LiveId" clId="{F37A32FE-E8DC-4F1D-B1F0-199B46E136BC}" dt="2026-07-11T07:07:52.142" v="106" actId="113"/>
        <pc:sldMkLst>
          <pc:docMk/>
          <pc:sldMk cId="0" sldId="268"/>
        </pc:sldMkLst>
        <pc:spChg chg="mod">
          <ac:chgData name="Gujjuru Nanda Kishore Nikhith" userId="c8a27e5a528ccbeb" providerId="LiveId" clId="{F37A32FE-E8DC-4F1D-B1F0-199B46E136BC}" dt="2026-07-11T07:07:52.142" v="106" actId="113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863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respected jury and peers. Our final year project is Smart Field Operations...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Field-service industries rely heavily on distributed teams, yet struggle with unverified work... We implemented a GPS filtering algorithm to sanitize location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challenge of managing distributed teams is the intelligence gap...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our literature review, we found traditional tracking systems rely on dedicated hardware...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literature survey revealed massive gaps... Systems are too fragmented.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Therefore, our problem statement is to build a robust platform...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broke down our problem into ten core objectives...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complete workflow operates seamlessly: A worker checks in, and the browser begins streaming telemetry...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utilized the MERN stack. We specifically chose Tailwind for rapid UI development...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successfully implemented all core operational features...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simply building features, we solved deep architectural bugs...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we proved that robust, real-time spatial intelligence doesn't require expensive hardware...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Smart Field Operations</a:t>
            </a: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B3A42"/>
                </a:solidFill>
              </a:rPr>
              <a:t>Smart Field Operations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55555"/>
                </a:solidFill>
              </a:rPr>
              <a:t>A Real-Time Spatial Intelligence and Workforce Management Platform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 err="1">
                <a:solidFill>
                  <a:srgbClr val="555555"/>
                </a:solidFill>
              </a:rPr>
              <a:t>B.Tech</a:t>
            </a:r>
            <a:r>
              <a:rPr lang="en-US" sz="2400" dirty="0">
                <a:solidFill>
                  <a:srgbClr val="555555"/>
                </a:solidFill>
              </a:rPr>
              <a:t> Epics Project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Problem</a:t>
            </a:r>
            <a:r>
              <a:rPr lang="en-US" sz="1800" dirty="0">
                <a:solidFill>
                  <a:srgbClr val="333333"/>
                </a:solidFill>
              </a:rPr>
              <a:t>: Field operations suffer from a lack of real-time visibility and manual attendance fraud.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Solution</a:t>
            </a:r>
            <a:r>
              <a:rPr lang="en-US" sz="1800" dirty="0">
                <a:solidFill>
                  <a:srgbClr val="333333"/>
                </a:solidFill>
              </a:rPr>
              <a:t>: A unified platform bridging task execution with real-time GIS telemetry.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Technologies</a:t>
            </a:r>
            <a:r>
              <a:rPr lang="en-US" sz="1800" dirty="0">
                <a:solidFill>
                  <a:srgbClr val="333333"/>
                </a:solidFill>
              </a:rPr>
              <a:t>: MERN stack, Socket.IO, Turf.js, Leaflet.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Methodology</a:t>
            </a:r>
            <a:r>
              <a:rPr lang="en-US" sz="1800" dirty="0">
                <a:solidFill>
                  <a:srgbClr val="333333"/>
                </a:solidFill>
              </a:rPr>
              <a:t>: Automated Geofencing, WebSocket telemetry, and algorithmic MAX_SPEED_KMH validation.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Results</a:t>
            </a:r>
            <a:r>
              <a:rPr lang="en-US" sz="1800" dirty="0">
                <a:solidFill>
                  <a:srgbClr val="333333"/>
                </a:solidFill>
              </a:rPr>
              <a:t>: Automated Attendance, verified Customer Visits, Live Tracking Dashboards.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Context</a:t>
            </a:r>
            <a:r>
              <a:rPr lang="en-US" sz="1800" dirty="0">
                <a:solidFill>
                  <a:srgbClr val="333333"/>
                </a:solidFill>
              </a:rPr>
              <a:t>: Distributed workforces are inherently difficult to manage and verify.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The Intelligence Gap:</a:t>
            </a:r>
            <a:r>
              <a:rPr lang="en-US" sz="1800" dirty="0">
                <a:solidFill>
                  <a:srgbClr val="333333"/>
                </a:solidFill>
              </a:rPr>
              <a:t> Managers need to know where workers are, when they arrive, and if tasks are completed.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The Shift to BYOD:</a:t>
            </a:r>
            <a:r>
              <a:rPr lang="en-US" sz="1800" dirty="0">
                <a:solidFill>
                  <a:srgbClr val="333333"/>
                </a:solidFill>
              </a:rPr>
              <a:t> Bring Your Own Device reduces costs but challenges browser tracking reliability.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Our Approach:</a:t>
            </a:r>
            <a:r>
              <a:rPr lang="en-US" sz="1800" dirty="0">
                <a:solidFill>
                  <a:srgbClr val="333333"/>
                </a:solidFill>
              </a:rPr>
              <a:t> A monolithic web application verifying actions against real-time coordinates using Geofencing.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Literature Survey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A Real-Time Vehicle Tracking System based on GPS (Phalke et al., 2017)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Limitation: Expensive hardware dependency.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Improvement: Uses existing mobile browser Geolocation APIs.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Workforce Management System using Geofencing (Patil et al., 2019)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Limitation: High susceptibility to GPS bouncing.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Improvement: Server-side MAX_SPEED_KMH validation rejects impossible jumps.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Real-time Web Applications using WebSockets (Pimentel et al., 2012)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Limitation: Focuses on transport layer only.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Improvement: Couples WebSockets with Turf.js spatial logic.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Identified Research Gaps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Fragmented Systems: </a:t>
            </a:r>
            <a:r>
              <a:rPr lang="en-US" sz="1800" dirty="0">
                <a:solidFill>
                  <a:srgbClr val="333333"/>
                </a:solidFill>
              </a:rPr>
              <a:t>Task Management, Attendance, and GPS Tracking are typically separate.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Manual Verification: </a:t>
            </a:r>
            <a:r>
              <a:rPr lang="en-US" sz="1800" dirty="0">
                <a:solidFill>
                  <a:srgbClr val="333333"/>
                </a:solidFill>
              </a:rPr>
              <a:t>Work relies on honor system submissions rather than spatial proximity.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GPS Noise Vulnerability: </a:t>
            </a:r>
            <a:r>
              <a:rPr lang="en-US" sz="1800" dirty="0">
                <a:solidFill>
                  <a:srgbClr val="333333"/>
                </a:solidFill>
              </a:rPr>
              <a:t>Standard web telemetry frequently bounces, corrupting distance metrics.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Timezone Fragmentation: </a:t>
            </a:r>
            <a:r>
              <a:rPr lang="en-US" sz="1800" dirty="0">
                <a:solidFill>
                  <a:srgbClr val="333333"/>
                </a:solidFill>
              </a:rPr>
              <a:t>UTC timestamps corrupt local business-day aggregations (e.g., IST boundaries).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</a:rPr>
              <a:t>Field work is still managed manually in many organizations. This leads to poor task tracking, communication delays, and difficulty in verifying completed work. </a:t>
            </a:r>
          </a:p>
          <a:p>
            <a:pPr marL="342900" indent="-342900">
              <a:buSzPct val="100000"/>
              <a:buChar char="•"/>
            </a:pPr>
            <a:endParaRPr lang="en-US" sz="1800" dirty="0">
              <a:solidFill>
                <a:srgbClr val="333333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</a:rPr>
              <a:t>The </a:t>
            </a:r>
            <a:r>
              <a:rPr lang="en-US" b="1" dirty="0">
                <a:solidFill>
                  <a:srgbClr val="333333"/>
                </a:solidFill>
              </a:rPr>
              <a:t>main objective </a:t>
            </a:r>
            <a:r>
              <a:rPr lang="en-US" dirty="0">
                <a:solidFill>
                  <a:srgbClr val="333333"/>
                </a:solidFill>
              </a:rPr>
              <a:t>of our project is to develop a smart workforce management system. It helps organizations assign tasks digitally, track workers using GPS, verify their location through geofencing, reduce GPS errors, and provide accurate reports for better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Real-time worker monitoring via Leaflet maps.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Attendance automation using shift-based logic.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Live GPS tracking using Socket.IO telemetry.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</a:rPr>
              <a:t>4</a:t>
            </a:r>
            <a:r>
              <a:rPr lang="en-US" sz="1800" dirty="0">
                <a:solidFill>
                  <a:srgbClr val="333333"/>
                </a:solidFill>
              </a:rPr>
              <a:t>. Analytics dashboard using Recharts.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</a:rPr>
              <a:t>5</a:t>
            </a:r>
            <a:r>
              <a:rPr lang="en-US" sz="1800" dirty="0">
                <a:solidFill>
                  <a:srgbClr val="333333"/>
                </a:solidFill>
              </a:rPr>
              <a:t>. Worker availability and leave requests.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6. Task management and proof-of-work submissions.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Proposed Methodology: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Authentication: Worker logs in via JWT.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Attendance: Worker checks in for their Shift.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Telemetry: Device begins streaming coordinates via Socket.IO.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Spatial Processing: Node.js + Turf.js validates proximity to Geofences.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5. Detection: Server auto-logs Customer Visits upon Geofence entry/exit.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6. Data Pipeline: calculateTotalDistance filters anomalies (&gt; 150 km/h).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7. Analytics: Mongoose aggregates safe metrics for the React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Frontend: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Framework: React.js + Vite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Styling: Tailwind CSS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Maps: React-Leaflet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Analytics: Recharts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Backend &amp; Database: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Server: Node.js + Express.js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Real-Time: Socket.IO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Spatial Computing: Turf.js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Timezone Safety: date-fns-tz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Database: MongoDB (Mongoose)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Results: Implementation Status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✅ Fully Implemented: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Authentication &amp; Security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Attendance &amp; Shifts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Live GPS Tracking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Geofence Management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Auto Customer Visits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Dashboard KPIs &amp; Charts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Task Management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❌ Future Work: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CSV Export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Results: Technical Optimizations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GPS Bounce Protection:</a:t>
            </a:r>
            <a:endParaRPr lang="en-US" sz="1800" b="1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Successfully implemented </a:t>
            </a:r>
            <a:r>
              <a:rPr lang="en-US" sz="1800" b="1" dirty="0">
                <a:solidFill>
                  <a:srgbClr val="333333"/>
                </a:solidFill>
              </a:rPr>
              <a:t>distance.util.js</a:t>
            </a:r>
            <a:r>
              <a:rPr lang="en-US" sz="1800" dirty="0">
                <a:solidFill>
                  <a:srgbClr val="333333"/>
                </a:solidFill>
              </a:rPr>
              <a:t> to protect analytics.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Explicitly rejects impossible travel segments via MAX_SPEED_KMH validation.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Timezone Centralization:</a:t>
            </a:r>
            <a:endParaRPr lang="en-US" sz="1800" b="1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Implemented </a:t>
            </a:r>
            <a:r>
              <a:rPr lang="en-US" sz="1800" b="1" dirty="0">
                <a:solidFill>
                  <a:srgbClr val="333333"/>
                </a:solidFill>
              </a:rPr>
              <a:t>date.util.js</a:t>
            </a:r>
            <a:r>
              <a:rPr lang="en-US" sz="1800" dirty="0">
                <a:solidFill>
                  <a:srgbClr val="333333"/>
                </a:solidFill>
              </a:rPr>
              <a:t> as a Single Source of Truth.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Resolves database inconsistencies using MongoDB range queries.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Real-Time Simulation Tooling:</a:t>
            </a:r>
            <a:endParaRPr lang="en-US" sz="1800" b="1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- Built </a:t>
            </a:r>
            <a:r>
              <a:rPr lang="en-US" sz="1800" b="1" dirty="0">
                <a:solidFill>
                  <a:srgbClr val="333333"/>
                </a:solidFill>
              </a:rPr>
              <a:t>SocketTest.jsx</a:t>
            </a:r>
            <a:r>
              <a:rPr lang="en-US" sz="1800" dirty="0">
                <a:solidFill>
                  <a:srgbClr val="333333"/>
                </a:solidFill>
              </a:rPr>
              <a:t> for rigorous geographical stress-testing.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Smart Field Operations platform bridges the gap between task execution and real-time spatial intelligence.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By utilizing modern web APIs and server-side spatial computing, we eliminated the need for proprietary tracking hardware.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implementation of robust data pipelines—GPS bounce protection and strict timezone aggregation—proves enterprise-grade reliability in a standard web browser.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platform provides a scalable foundation ready for future AI enhancements.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991</Words>
  <Application>Microsoft Office PowerPoint</Application>
  <PresentationFormat>On-screen Show (16:9)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Gujjuru Nanda Kishore Nikhith</cp:lastModifiedBy>
  <cp:revision>1</cp:revision>
  <dcterms:created xsi:type="dcterms:W3CDTF">2026-07-11T06:29:49Z</dcterms:created>
  <dcterms:modified xsi:type="dcterms:W3CDTF">2026-07-11T07:14:43Z</dcterms:modified>
</cp:coreProperties>
</file>